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724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562600"/>
            <a:ext cx="10972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44242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56260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8150" y="5943600"/>
            <a:ext cx="714375" cy="304800"/>
          </a:xfrm>
          <a:prstGeom prst="roundRect">
            <a:avLst>
              <a:gd name="adj" fmla="val 50000"/>
            </a:avLst>
          </a:prstGeom>
          <a:solidFill>
            <a:srgbClr val="2A2B4B"/>
          </a:solidFill>
          <a:ln w="9525">
            <a:solidFill>
              <a:srgbClr val="3A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67775" y="5943600"/>
            <a:ext cx="647700" cy="304800"/>
          </a:xfrm>
          <a:prstGeom prst="roundRect">
            <a:avLst>
              <a:gd name="adj" fmla="val 50000"/>
            </a:avLst>
          </a:prstGeom>
          <a:solidFill>
            <a:srgbClr val="2A2B4B"/>
          </a:solidFill>
          <a:ln w="9525">
            <a:solidFill>
              <a:srgbClr val="3A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10725" y="5943600"/>
            <a:ext cx="933450" cy="304800"/>
          </a:xfrm>
          <a:prstGeom prst="roundRect">
            <a:avLst>
              <a:gd name="adj" fmla="val 50000"/>
            </a:avLst>
          </a:prstGeom>
          <a:solidFill>
            <a:srgbClr val="2A2B4B"/>
          </a:solidFill>
          <a:ln w="9525">
            <a:solidFill>
              <a:srgbClr val="3A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639425" y="5943600"/>
            <a:ext cx="942975" cy="304800"/>
          </a:xfrm>
          <a:prstGeom prst="roundRect">
            <a:avLst>
              <a:gd name="adj" fmla="val 50000"/>
            </a:avLst>
          </a:prstGeom>
          <a:solidFill>
            <a:srgbClr val="2A2B4B"/>
          </a:solidFill>
          <a:ln w="9525">
            <a:solidFill>
              <a:srgbClr val="3A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" y="704850"/>
            <a:ext cx="2190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4900" y="700087"/>
            <a:ext cx="2226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818CF8"/>
                </a:solidFill>
                <a:latin typeface="Plus Jakarta Sans"/>
              </a:rPr>
              <a:t>INTERNSHIP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70857"/>
            <a:ext cx="10626328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Plus Jakarta Sans"/>
              </a:rPr>
              <a:t>CartShare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393727"/>
            <a:ext cx="10120312" cy="3219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0" i="0" u="none">
                <a:solidFill>
                  <a:srgbClr val="C7D2FE"/>
                </a:solidFill>
                <a:latin typeface="Plus Jakarta Sans"/>
              </a:rPr>
              <a:t>A Collaborative Shopping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800725"/>
            <a:ext cx="1833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PRESENTED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010275"/>
            <a:ext cx="18335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Mithilesh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0" y="6000750"/>
            <a:ext cx="5429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Plus Jakarta Sans"/>
              </a:rPr>
              <a:t>HTML5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1125" y="600075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Plus Jakarta Sans"/>
              </a:rPr>
              <a:t>CSS3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4075" y="600075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Plus Jakarta Sans"/>
              </a:rPr>
              <a:t>JavaScript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2775" y="6000750"/>
            <a:ext cx="7715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Plus Jakarta Sans"/>
              </a:rPr>
              <a:t>Bootstrap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96450" y="623887"/>
            <a:ext cx="1885950" cy="28575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81325"/>
            <a:ext cx="5248275" cy="77152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05250"/>
            <a:ext cx="5248275" cy="77152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829175"/>
            <a:ext cx="5248275" cy="77152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1381125"/>
            <a:ext cx="5267325" cy="5019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086225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5010150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87" y="3248025"/>
            <a:ext cx="2190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17195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5095875"/>
            <a:ext cx="1333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27241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50" y="681037"/>
            <a:ext cx="1676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338CA"/>
                </a:solidFill>
                <a:latin typeface="Plus Jakarta Sans"/>
              </a:rPr>
              <a:t>E-Commerce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345043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2181225"/>
            <a:ext cx="53435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Plus Jakarta Sans"/>
              </a:rPr>
              <a:t>CartShare is a collaborative web platform designed for synchronized group purchases in real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5875" y="3162300"/>
            <a:ext cx="261282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Shared Room Cart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5875" y="3400425"/>
            <a:ext cx="2488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Multi-user shared room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5875" y="4086225"/>
            <a:ext cx="3000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Live Coordination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5875" y="4324350"/>
            <a:ext cx="2857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Instant action tracking and item sync.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5875" y="5010150"/>
            <a:ext cx="40880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Order Consolidation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5875" y="5248275"/>
            <a:ext cx="3893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Unified expense summary and receipt generation.</a:t>
            </a:r>
          </a:p>
        </p:txBody>
      </p:sp>
      <p:pic>
        <p:nvPicPr>
          <p:cNvPr id="23" name="Picture 22" descr="ss_imag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075" y="1381125"/>
            <a:ext cx="5481419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9425"/>
            <a:ext cx="2571750" cy="1743075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ounded Rectangle 2"/>
          <p:cNvSpPr/>
          <p:nvPr/>
        </p:nvSpPr>
        <p:spPr>
          <a:xfrm>
            <a:off x="3409950" y="3019425"/>
            <a:ext cx="2571750" cy="1743075"/>
          </a:xfrm>
          <a:prstGeom prst="roundRect">
            <a:avLst>
              <a:gd name="adj" fmla="val 6557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6210300" y="3019425"/>
            <a:ext cx="2571750" cy="1743075"/>
          </a:xfrm>
          <a:prstGeom prst="roundRect">
            <a:avLst>
              <a:gd name="adj" fmla="val 6557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9010650" y="3019425"/>
            <a:ext cx="2571750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9565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329565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329565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329565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787" y="3400425"/>
            <a:ext cx="2190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950" y="3400425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7487" y="3400425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0700" y="3400425"/>
            <a:ext cx="1333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0680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Challenges In Group Purchasing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87070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829050"/>
            <a:ext cx="226664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991B1B"/>
                </a:solidFill>
                <a:latin typeface="Plus Jakarta Sans"/>
              </a:rPr>
              <a:t>Unstructured 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124325"/>
            <a:ext cx="21145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7F1D1D"/>
                </a:solidFill>
                <a:latin typeface="Plus Jakarta Sans"/>
              </a:rPr>
              <a:t>Chat app list management friction.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6175" y="3829050"/>
            <a:ext cx="184505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9A3412"/>
                </a:solidFill>
                <a:latin typeface="Plus Jakarta Sans"/>
              </a:rPr>
              <a:t>Order Redundancy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6175" y="4124325"/>
            <a:ext cx="21145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7C2D12"/>
                </a:solidFill>
                <a:latin typeface="Plus Jakarta Sans"/>
              </a:rPr>
              <a:t>Duplicate or missed cart items.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3829050"/>
            <a:ext cx="183543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854D0E"/>
                </a:solidFill>
                <a:latin typeface="Plus Jakarta Sans"/>
              </a:rPr>
              <a:t>Threshold Barriers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4124325"/>
            <a:ext cx="21145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713F12"/>
                </a:solidFill>
                <a:latin typeface="Plus Jakarta Sans"/>
              </a:rPr>
              <a:t>Delivery minimum calculation gaps.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6875" y="3829050"/>
            <a:ext cx="174233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34155"/>
                </a:solidFill>
                <a:latin typeface="Plus Jakarta Sans"/>
              </a:rPr>
              <a:t>Expense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6875" y="4124325"/>
            <a:ext cx="21145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75569"/>
                </a:solidFill>
                <a:latin typeface="Plus Jakarta Sans"/>
              </a:rPr>
              <a:t>Manual cost split accounting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8950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ounded Rectangle 2"/>
          <p:cNvSpPr/>
          <p:nvPr/>
        </p:nvSpPr>
        <p:spPr>
          <a:xfrm>
            <a:off x="3409950" y="3028950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6210300" y="3028950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9010650" y="3028950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8137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3381375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38137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338137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Plus Jakarta Sans"/>
              </a:rPr>
              <a:t>Centralized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82261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Plus Jakarta Sans"/>
              </a:rP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781425"/>
            <a:ext cx="191597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Room Code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076700"/>
            <a:ext cx="20383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Unique session code join functionality.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75" y="3781425"/>
            <a:ext cx="167513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Plus Jakarta Sans"/>
              </a:rPr>
              <a:t>Shared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4275" y="4076700"/>
            <a:ext cx="20383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Plus Jakarta Sans"/>
              </a:rPr>
              <a:t>Real-time item addition and removal.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781425"/>
            <a:ext cx="200131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Plus Jakarta Sans"/>
              </a:rPr>
              <a:t>Tab Synchronization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076700"/>
            <a:ext cx="20383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Plus Jakarta Sans"/>
              </a:rPr>
              <a:t>Event listener browser tab state sync.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975" y="3781425"/>
            <a:ext cx="179055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Plus Jakarta Sans"/>
              </a:rPr>
              <a:t>Printable Receipts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4975" y="4076700"/>
            <a:ext cx="20383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Plus Jakarta Sans"/>
              </a:rPr>
              <a:t>Instant order summary compilation.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2750"/>
            <a:ext cx="25146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29000" y="2952750"/>
            <a:ext cx="25146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952750"/>
            <a:ext cx="25146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67800" y="2952750"/>
            <a:ext cx="25146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Core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57550"/>
            <a:ext cx="2000250" cy="1266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4F46E5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3800" y="3257550"/>
            <a:ext cx="2000250" cy="1266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257550"/>
            <a:ext cx="2000250" cy="1266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3257550"/>
            <a:ext cx="2000250" cy="1266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876675"/>
            <a:ext cx="24753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Group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171950"/>
            <a:ext cx="1981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Frictionless collaborative shopping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3325" y="3876675"/>
            <a:ext cx="24753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Zero Duplication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3325" y="4171950"/>
            <a:ext cx="1981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Eliminate redundant purchases entirely.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3876675"/>
            <a:ext cx="24753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4171950"/>
            <a:ext cx="1981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Browser local storage state retention.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2125" y="3876675"/>
            <a:ext cx="24753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Transparent Receipts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2125" y="4171950"/>
            <a:ext cx="1981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Instant printable itemized summaries.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0362"/>
            <a:ext cx="3530649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2900362"/>
            <a:ext cx="3530649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900362"/>
            <a:ext cx="3530649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86212"/>
            <a:ext cx="3530649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749" y="3986212"/>
            <a:ext cx="3530649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899" y="3986212"/>
            <a:ext cx="3530649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38487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3138487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3138487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224337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874" y="4224337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0024" y="4224337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737" y="3252787"/>
            <a:ext cx="2190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8887" y="3252787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4324" y="3252787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025" y="4338637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2699" y="4338637"/>
            <a:ext cx="17145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8136" y="4338637"/>
            <a:ext cx="1428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9225" y="3143250"/>
            <a:ext cx="24503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Room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9225" y="3381375"/>
            <a:ext cx="2333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Create or join via unique code.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0374" y="3143250"/>
            <a:ext cx="301287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Shared Cart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0374" y="3381375"/>
            <a:ext cx="2869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Dynamic item additions and updates.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1524" y="3143250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Tab Syncing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1524" y="3381375"/>
            <a:ext cx="2702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Cross-tab browser event listeners.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9225" y="4229100"/>
            <a:ext cx="23502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Activity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9225" y="4467225"/>
            <a:ext cx="223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Audit log of member actions.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0374" y="4229100"/>
            <a:ext cx="261282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Local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0374" y="4467225"/>
            <a:ext cx="2488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Browser state data persistence.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1524" y="4229100"/>
            <a:ext cx="253781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Print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1524" y="4467225"/>
            <a:ext cx="2416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Clean formatted order receipt.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7525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57525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57525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57562"/>
            <a:ext cx="2190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57562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57562"/>
            <a:ext cx="21907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Technologies and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333750"/>
            <a:ext cx="3545443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4F46E5"/>
                </a:solidFill>
                <a:latin typeface="Plus Jakarta Sans"/>
              </a:rPr>
              <a:t>Frontend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6325" y="3333750"/>
            <a:ext cx="3595449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Logic &amp;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0" y="3333750"/>
            <a:ext cx="3524250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Dev &amp;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70522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HTML5: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Structure &amp; 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9097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CSS3: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Layout &amp; Print 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27672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Bootstrap: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Responsive 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70522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JavaScript: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Core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99097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Event Listeners: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Cross-Tab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427672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Web Storage: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Local 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70522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GitHub: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Version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99097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Netlify / Vercel: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Live 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427672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VS Code: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Development 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95612"/>
            <a:ext cx="335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995612"/>
            <a:ext cx="335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0" y="2995612"/>
            <a:ext cx="335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67162"/>
            <a:ext cx="335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19600" y="3967162"/>
            <a:ext cx="335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0" y="3967162"/>
            <a:ext cx="335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333750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3333750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305300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4305300"/>
            <a:ext cx="1524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3186112"/>
            <a:ext cx="3810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4F46E5"/>
                </a:solidFill>
                <a:latin typeface="Plus Jakarta Sans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0" y="3186112"/>
            <a:ext cx="3810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4F46E5"/>
                </a:solidFill>
                <a:latin typeface="Plus Jakarta Sans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186112"/>
            <a:ext cx="3810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4F46E5"/>
                </a:solidFill>
                <a:latin typeface="Plus Jakarta Sans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4157662"/>
            <a:ext cx="3810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Plus Jakarta Sans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0" y="4157662"/>
            <a:ext cx="3810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Plus Jakarta Sans"/>
              </a:rPr>
              <a:t>Step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157662"/>
            <a:ext cx="3810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Plus Jakarta Sans"/>
              </a:rPr>
              <a:t>Step 6 &amp;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257" y="3433762"/>
            <a:ext cx="387548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Open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8257" y="3433762"/>
            <a:ext cx="387548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Join Room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8257" y="3433762"/>
            <a:ext cx="387548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Add Cart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257" y="4405312"/>
            <a:ext cx="387548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Sync Tab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8257" y="4405312"/>
            <a:ext cx="387548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Audit 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8257" y="4405312"/>
            <a:ext cx="387548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Print Receipt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53300" y="2543175"/>
            <a:ext cx="422910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53300" y="3467100"/>
            <a:ext cx="422910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53300" y="4391025"/>
            <a:ext cx="422910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04925"/>
            <a:ext cx="6362700" cy="5095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314450"/>
            <a:ext cx="6343650" cy="5076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Design &amp;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User Interface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34275" y="2724150"/>
            <a:ext cx="4657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Room Code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4275" y="2962275"/>
            <a:ext cx="4657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Clean form modal for instant joining.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4275" y="3648075"/>
            <a:ext cx="4657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Live Cart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4275" y="3886200"/>
            <a:ext cx="4657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Dynamic list item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4275" y="4572000"/>
            <a:ext cx="4657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Activity Audit 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275" y="4810125"/>
            <a:ext cx="4657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Participant action logging stream.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657600"/>
            <a:ext cx="2566987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28987" y="3657600"/>
            <a:ext cx="2566987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304925"/>
            <a:ext cx="5305425" cy="5095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857625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012" y="3857625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Multi-Device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Responsive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52750"/>
            <a:ext cx="5381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Optimized layouts for mobile smartphones, tablets, and full desktop displays.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162425"/>
            <a:ext cx="28441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Mobile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400550"/>
            <a:ext cx="270867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Stacked vertical touch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012" y="4162425"/>
            <a:ext cx="28441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Desktop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012" y="4400550"/>
            <a:ext cx="270867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Expanded side-by-side dashboard.</a:t>
            </a:r>
          </a:p>
        </p:txBody>
      </p:sp>
      <p:pic>
        <p:nvPicPr>
          <p:cNvPr id="16" name="Picture 15" descr="ss_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6" y="1304925"/>
            <a:ext cx="5699676" cy="53509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86112"/>
            <a:ext cx="257175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186112"/>
            <a:ext cx="257175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186112"/>
            <a:ext cx="257175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186112"/>
            <a:ext cx="257175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462337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3462337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346233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775" y="3462337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Quality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Testing &amp; Functionality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776662"/>
            <a:ext cx="2750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Room Code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14787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Valid unique session generation.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075" y="3776662"/>
            <a:ext cx="2750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Tab Synchronization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075" y="4014787"/>
            <a:ext cx="21907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Verified event-driven state updates.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776662"/>
            <a:ext cx="2750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Local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4014787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Persistent page refresh cache.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776662"/>
            <a:ext cx="2750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Print CSS 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4014787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Formatted print dialog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95562"/>
            <a:ext cx="53340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95562"/>
            <a:ext cx="53340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2025" y="4462462"/>
            <a:ext cx="4629150" cy="371475"/>
          </a:xfrm>
          <a:prstGeom prst="roundRect">
            <a:avLst>
              <a:gd name="adj" fmla="val 2051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00825" y="4291012"/>
            <a:ext cx="4629150" cy="371475"/>
          </a:xfrm>
          <a:prstGeom prst="roundRect">
            <a:avLst>
              <a:gd name="adj" fmla="val 20512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947987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947987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12" y="3071812"/>
            <a:ext cx="2190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3071812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Source &amp; Hosting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614737"/>
            <a:ext cx="607575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929062"/>
            <a:ext cx="47244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Contains full source code, commit history, and README setup documentation.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576762"/>
            <a:ext cx="4419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monospace"/>
              </a:rPr>
              <a:t>github.com/mithilesh/cartshare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3614737"/>
            <a:ext cx="5591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Live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3929062"/>
            <a:ext cx="5591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Hosted live for interactive multi-session testing on Vercel/Netlify.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4405312"/>
            <a:ext cx="4419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338CA"/>
                </a:solidFill>
                <a:latin typeface="monospace"/>
              </a:rPr>
              <a:t>cartshare-app.netlify.app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95650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95650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95650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295650"/>
            <a:ext cx="38100" cy="11906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3295650"/>
            <a:ext cx="38100" cy="11906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295650"/>
            <a:ext cx="38100" cy="11906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Wrap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2350"/>
            <a:ext cx="38504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Practical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57625"/>
            <a:ext cx="3028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Solves group order communication friction effectively.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562350"/>
            <a:ext cx="38504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Core Web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3857625"/>
            <a:ext cx="3028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Built with vanilla web technologies and Bootstrap.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562350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Scalable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857625"/>
            <a:ext cx="3028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Ready for future backend database integration.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581400" y="4243387"/>
            <a:ext cx="5029200" cy="523875"/>
          </a:xfrm>
          <a:prstGeom prst="roundRect">
            <a:avLst>
              <a:gd name="adj" fmla="val 50000"/>
            </a:avLst>
          </a:prstGeom>
          <a:solidFill>
            <a:srgbClr val="232545"/>
          </a:solidFill>
          <a:ln w="9525">
            <a:solidFill>
              <a:srgbClr val="2E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2090737"/>
            <a:ext cx="5715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43137"/>
            <a:ext cx="3048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58282" y="2890837"/>
            <a:ext cx="3475434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5390" y="3671887"/>
            <a:ext cx="59412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C7D2FE"/>
                </a:solidFill>
                <a:latin typeface="Plus Jakarta Sans"/>
              </a:rPr>
              <a:t>CartShare – Collaborative Shopping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0690" y="4405312"/>
            <a:ext cx="2750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2E8F0"/>
                </a:solidFill>
                <a:latin typeface="Plus Jakarta Sans"/>
              </a:rPr>
              <a:t>Presented By:</a:t>
            </a:r>
            <a:r>
              <a:rPr sz="1200" b="0" i="0" u="none">
                <a:solidFill>
                  <a:srgbClr val="E2E8F0"/>
                </a:solidFill>
                <a:latin typeface="Plus Jakarta Sans"/>
              </a:rPr>
              <a:t> Mithilesh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725" y="4405312"/>
            <a:ext cx="333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Plus Jakarta San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8893" y="4405312"/>
            <a:ext cx="2119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E2E8F0"/>
                </a:solidFill>
                <a:latin typeface="Plus Jakarta San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489</Words>
  <Application>Microsoft Office PowerPoint</Application>
  <PresentationFormat>Custom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Plus Jakarta Sans</vt:lpstr>
      <vt:lpstr>monospace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dc:description>generated using python-pptx</dc:description>
  <cp:lastModifiedBy>DELL</cp:lastModifiedBy>
  <cp:revision>2</cp:revision>
  <dcterms:created xsi:type="dcterms:W3CDTF">2013-01-27T09:14:16Z</dcterms:created>
  <dcterms:modified xsi:type="dcterms:W3CDTF">2026-09-30T14:43:27Z</dcterms:modified>
</cp:coreProperties>
</file>